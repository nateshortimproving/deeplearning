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59"/>
  </p:normalViewPr>
  <p:slideViewPr>
    <p:cSldViewPr snapToGrid="0">
      <p:cViewPr varScale="1">
        <p:scale>
          <a:sx n="138" d="100"/>
          <a:sy n="138" d="100"/>
        </p:scale>
        <p:origin x="1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BE88C6CA-F385-3E1E-CFB9-B68BBE97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B8D9B-1FBE-987A-28BE-4AF3449CC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822" y="3234055"/>
            <a:ext cx="9144000" cy="631296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6A678-285D-C74C-A3AB-61F33055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76" y="3966478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DFF4E328-04ED-1D34-5362-6AC1FF0DA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22" y="1681203"/>
            <a:ext cx="3227632" cy="1434503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8FB2F36-F96E-DBFB-4387-CD5A057180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19063" y="5462195"/>
            <a:ext cx="4155093" cy="68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i="0">
                <a:solidFill>
                  <a:srgbClr val="005596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JOHN DOE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1D465-B636-AD01-A485-0C126BD591CE}"/>
              </a:ext>
            </a:extLst>
          </p:cNvPr>
          <p:cNvSpPr txBox="1"/>
          <p:nvPr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2026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63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8263D1B3-4C39-678E-AA0B-70DFC030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1195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052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383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39C3A6-20B8-E520-FD58-D3159B183363}"/>
              </a:ext>
            </a:extLst>
          </p:cNvPr>
          <p:cNvSpPr/>
          <p:nvPr/>
        </p:nvSpPr>
        <p:spPr>
          <a:xfrm>
            <a:off x="0" y="287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434446"/>
            <a:ext cx="5394960" cy="667808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 </a:t>
            </a:r>
            <a:endParaRPr lang="en-MX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4170EE8-1B21-9049-E4EE-81A26AE39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04707B3-A605-AC35-40E1-667264FF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296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CCC47-BB7F-A202-18E6-8BD949EC098C}"/>
              </a:ext>
            </a:extLst>
          </p:cNvPr>
          <p:cNvSpPr/>
          <p:nvPr/>
        </p:nvSpPr>
        <p:spPr>
          <a:xfrm>
            <a:off x="0" y="855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924B258-2A0C-8861-A9F9-CCAC3808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405" y="434446"/>
            <a:ext cx="5527106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548588"/>
            <a:ext cx="5394960" cy="43891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DCA529-E988-9621-FBE7-7DFBDAC06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6405" y="1078443"/>
            <a:ext cx="5522600" cy="423862"/>
          </a:xfr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1778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67254B57-7D3C-B80E-6390-803809FF6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027" y="1240897"/>
            <a:ext cx="6709101" cy="5171898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BDAFC67-98EC-38E5-D42A-6AD12DFB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CB4A5C-DF63-8836-72EC-68379B22B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5328" y="1240897"/>
            <a:ext cx="4271447" cy="594431"/>
          </a:xfrm>
        </p:spPr>
        <p:txBody>
          <a:bodyPr>
            <a:normAutofit/>
          </a:bodyPr>
          <a:lstStyle>
            <a:lvl1pPr algn="r">
              <a:defRPr sz="32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John Doe</a:t>
            </a:r>
            <a:endParaRPr lang="en-MX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A30456-AA2D-3271-9115-D02FEF5AE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4813" y="2009775"/>
            <a:ext cx="4271447" cy="2587625"/>
          </a:xfrm>
        </p:spPr>
        <p:txBody>
          <a:bodyPr>
            <a:normAutofit/>
          </a:bodyPr>
          <a:lstStyle>
            <a:lvl1pPr algn="ctr">
              <a:defRPr sz="2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040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2997DA69-4CDE-50A1-AFCA-66FEB742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79" y="1720651"/>
            <a:ext cx="11458444" cy="1708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600096-BCC5-7230-A89B-E520E506A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360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3519CD5-9C94-88A6-83D9-6BD86A1B3D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036009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471196B-D805-6FD9-C3D1-2EA90F002AA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631194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F7055-6F36-C99A-66DE-47123AF2BF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05269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4514C5E-AD10-540E-4124-EF0FB6341F9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67234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B270200-8E34-DBA3-0E5F-541E3CFC8E3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587152" y="2245685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03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707FDABF-1499-C8ED-1211-B266C03B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299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B4BFC0-5F41-F0CD-41C1-89DD22A4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22F27-9D7B-C6E5-5AEE-45A8127F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5675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D1BCEA-C3F0-C467-A5F4-3E70D00760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465675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AF7E3C-6319-3513-11F9-ED070800395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019311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902DF3-A8F6-0F9C-63E4-C605347FF64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19311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E59B898-2348-448A-E91C-826978FA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43DC5F3-7C9B-C24F-9FC0-5474F1C4B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0097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3F71C3-C9CF-C020-3DA7-42C0516B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726CEF-56A7-FFEA-7D5C-C57FE809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7124" y="2972373"/>
            <a:ext cx="3034553" cy="11033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40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73EAE6-94EC-ACBC-E2C1-90D4971849C7}"/>
              </a:ext>
            </a:extLst>
          </p:cNvPr>
          <p:cNvCxnSpPr/>
          <p:nvPr/>
        </p:nvCxnSpPr>
        <p:spPr>
          <a:xfrm>
            <a:off x="5755341" y="2738904"/>
            <a:ext cx="0" cy="15703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2DFF03C-496A-CF14-7E80-D1EF5809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61031C-CBB7-C46D-3F69-E8FA9C56BC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67087" y="2738903"/>
            <a:ext cx="2119267" cy="15703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623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9355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A4CF1-2A24-8048-8145-379130D49D82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854"/>
                </a:solidFill>
                <a:latin typeface="Segoe UI"/>
                <a:cs typeface="Segoe UI"/>
              </a:defRPr>
            </a:lvl1pPr>
          </a:lstStyle>
          <a:p>
            <a:fld id="{E09C30CE-12A0-8746-BF8D-34ED914AF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82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9EE7-CEC6-28CF-6128-2BFF0FF31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396DE-425A-C3C9-D8FF-7FC90D168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7580-3675-F2B0-A4B8-EEFA8517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4CF1-2A24-8048-8145-379130D49D82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DB51D-8A04-4051-0965-CC7B476F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80ADC-9E19-07C8-26B0-550A2123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30CE-12A0-8746-BF8D-34ED914AF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927A4B59-C598-90D6-EB86-6CEB76A265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4717D-6E54-D547-934B-958044D27E5A}"/>
              </a:ext>
            </a:extLst>
          </p:cNvPr>
          <p:cNvSpPr txBox="1"/>
          <p:nvPr/>
        </p:nvSpPr>
        <p:spPr>
          <a:xfrm>
            <a:off x="826911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EFB8A-C4F3-4807-CC33-3413956FB7A6}"/>
              </a:ext>
            </a:extLst>
          </p:cNvPr>
          <p:cNvSpPr txBox="1"/>
          <p:nvPr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2026 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23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4D48D1A-3C2E-17A3-CD01-4FC4679D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Learning Path Skills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B7FB986-50E5-0379-40EE-342B0E20F18A}"/>
              </a:ext>
            </a:extLst>
          </p:cNvPr>
          <p:cNvSpPr/>
          <p:nvPr/>
        </p:nvSpPr>
        <p:spPr>
          <a:xfrm>
            <a:off x="468489" y="1200727"/>
            <a:ext cx="3540269" cy="20135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52B537F-60D5-F962-CDAC-8C320F6A0873}"/>
              </a:ext>
            </a:extLst>
          </p:cNvPr>
          <p:cNvSpPr/>
          <p:nvPr/>
        </p:nvSpPr>
        <p:spPr>
          <a:xfrm>
            <a:off x="4301188" y="1200727"/>
            <a:ext cx="3540269" cy="20135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53C8F82-458E-8D62-3082-A1A6923513AA}"/>
              </a:ext>
            </a:extLst>
          </p:cNvPr>
          <p:cNvSpPr/>
          <p:nvPr/>
        </p:nvSpPr>
        <p:spPr>
          <a:xfrm>
            <a:off x="8133887" y="1200727"/>
            <a:ext cx="3540269" cy="20135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EEBFB99-0383-33D9-3F9E-23470CDDED3C}"/>
              </a:ext>
            </a:extLst>
          </p:cNvPr>
          <p:cNvSpPr/>
          <p:nvPr/>
        </p:nvSpPr>
        <p:spPr>
          <a:xfrm>
            <a:off x="468489" y="3643747"/>
            <a:ext cx="3540269" cy="20135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7CDFBBA-D736-5555-43F4-015C213AA25E}"/>
              </a:ext>
            </a:extLst>
          </p:cNvPr>
          <p:cNvSpPr/>
          <p:nvPr/>
        </p:nvSpPr>
        <p:spPr>
          <a:xfrm>
            <a:off x="4301188" y="3643747"/>
            <a:ext cx="3540269" cy="20135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0E60CC8-B29C-C16B-8BDE-08275D8B29A9}"/>
              </a:ext>
            </a:extLst>
          </p:cNvPr>
          <p:cNvSpPr/>
          <p:nvPr/>
        </p:nvSpPr>
        <p:spPr>
          <a:xfrm>
            <a:off x="8133887" y="3643747"/>
            <a:ext cx="3540269" cy="20135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FC59C0D-616E-1C9B-9198-EE2A8BC6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89" y="1750290"/>
            <a:ext cx="914400" cy="9144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9DE4A81-59D8-732C-FF90-F3BB1959D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887" y="4193310"/>
            <a:ext cx="914400" cy="914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1CDC790-7A61-9737-95E1-76F6E91CA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188" y="4193310"/>
            <a:ext cx="914400" cy="91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B54730C-DD0D-5214-4754-5C4DA3861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89" y="4193310"/>
            <a:ext cx="914400" cy="914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669F789-EF0C-D8B6-9E03-06861B3C9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887" y="1750290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3F0B736-50AC-FBC2-18FB-D0BA0FF3E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1188" y="1750290"/>
            <a:ext cx="914400" cy="9144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64365C25-A135-EF3D-7098-49D281EACF7F}"/>
              </a:ext>
            </a:extLst>
          </p:cNvPr>
          <p:cNvSpPr/>
          <p:nvPr/>
        </p:nvSpPr>
        <p:spPr>
          <a:xfrm>
            <a:off x="1527423" y="1362363"/>
            <a:ext cx="2336800" cy="1690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oppins ExtraBold" panose="00000900000000000000" pitchFamily="2" charset="77"/>
                <a:cs typeface="Poppins ExtraBold" panose="00000900000000000000" pitchFamily="2" charset="77"/>
              </a:rPr>
              <a:t>Context Assembly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74950D-5ECC-1DBD-8DCA-69CDD3EF7707}"/>
              </a:ext>
            </a:extLst>
          </p:cNvPr>
          <p:cNvSpPr/>
          <p:nvPr/>
        </p:nvSpPr>
        <p:spPr>
          <a:xfrm>
            <a:off x="5360122" y="1362363"/>
            <a:ext cx="2336800" cy="1690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oppins ExtraBold" panose="00000900000000000000" pitchFamily="2" charset="77"/>
                <a:cs typeface="Poppins ExtraBold" panose="00000900000000000000" pitchFamily="2" charset="77"/>
              </a:rPr>
              <a:t>Quality Judgement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7D192C-9236-EC16-C25A-70F5354E4EDD}"/>
              </a:ext>
            </a:extLst>
          </p:cNvPr>
          <p:cNvSpPr/>
          <p:nvPr/>
        </p:nvSpPr>
        <p:spPr>
          <a:xfrm>
            <a:off x="9192821" y="1362363"/>
            <a:ext cx="2336800" cy="1690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oppins ExtraBold" panose="00000900000000000000" pitchFamily="2" charset="77"/>
                <a:cs typeface="Poppins ExtraBold" panose="00000900000000000000" pitchFamily="2" charset="77"/>
              </a:rPr>
              <a:t>Task Decomposition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6D4E90-3217-CAD5-5862-7697720E4BBD}"/>
              </a:ext>
            </a:extLst>
          </p:cNvPr>
          <p:cNvSpPr/>
          <p:nvPr/>
        </p:nvSpPr>
        <p:spPr>
          <a:xfrm>
            <a:off x="1382889" y="3805383"/>
            <a:ext cx="2336800" cy="1690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oppins ExtraBold" panose="00000900000000000000" pitchFamily="2" charset="77"/>
                <a:cs typeface="Poppins ExtraBold" panose="00000900000000000000" pitchFamily="2" charset="77"/>
              </a:rPr>
              <a:t>Iterative Refinement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9CF0DE-69E8-5642-0711-931F65F51A29}"/>
              </a:ext>
            </a:extLst>
          </p:cNvPr>
          <p:cNvSpPr/>
          <p:nvPr/>
        </p:nvSpPr>
        <p:spPr>
          <a:xfrm>
            <a:off x="5360122" y="3805383"/>
            <a:ext cx="2336800" cy="1690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oppins ExtraBold" panose="00000900000000000000" pitchFamily="2" charset="77"/>
                <a:cs typeface="Poppins ExtraBold" panose="00000900000000000000" pitchFamily="2" charset="77"/>
              </a:rPr>
              <a:t>Workflow Integration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D2E099-F267-373B-8FE5-3FA017329203}"/>
              </a:ext>
            </a:extLst>
          </p:cNvPr>
          <p:cNvSpPr/>
          <p:nvPr/>
        </p:nvSpPr>
        <p:spPr>
          <a:xfrm>
            <a:off x="9192821" y="3805383"/>
            <a:ext cx="2336800" cy="1690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Poppins ExtraBold" panose="00000900000000000000" pitchFamily="2" charset="77"/>
                <a:cs typeface="Poppins ExtraBold" panose="00000900000000000000" pitchFamily="2" charset="77"/>
              </a:rPr>
              <a:t>Frontier Recognition</a:t>
            </a:r>
          </a:p>
        </p:txBody>
      </p:sp>
    </p:spTree>
    <p:extLst>
      <p:ext uri="{BB962C8B-B14F-4D97-AF65-F5344CB8AC3E}">
        <p14:creationId xmlns:p14="http://schemas.microsoft.com/office/powerpoint/2010/main" val="168513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BF10-A8D0-625C-5388-C05E6D48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673" y="434446"/>
            <a:ext cx="7896483" cy="667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F7C2-4271-627B-6025-881546D907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77644" y="1885244"/>
            <a:ext cx="7896831" cy="3999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0A40F-9F92-E65F-32B0-38E2AEF2C4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7644" y="1030638"/>
            <a:ext cx="7896831" cy="66780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B83C1-E92B-BD3D-5469-7F9AAE275C0A}"/>
              </a:ext>
            </a:extLst>
          </p:cNvPr>
          <p:cNvSpPr/>
          <p:nvPr/>
        </p:nvSpPr>
        <p:spPr>
          <a:xfrm>
            <a:off x="0" y="-1"/>
            <a:ext cx="3777673" cy="630936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" b="-90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5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3F61-ABAF-90AC-0E3C-3438F22B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664C-1E09-FE4E-70C8-934AE9E6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673" y="434446"/>
            <a:ext cx="7896483" cy="667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6722-275C-2335-D348-8651471EEC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77644" y="1885244"/>
            <a:ext cx="7896831" cy="3999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6437C-5E94-D3C1-D637-CF403F58E3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7644" y="1030638"/>
            <a:ext cx="7896831" cy="66780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34CC11-5FBE-EA2B-BA28-E73F5FFF9BFE}"/>
              </a:ext>
            </a:extLst>
          </p:cNvPr>
          <p:cNvSpPr/>
          <p:nvPr/>
        </p:nvSpPr>
        <p:spPr>
          <a:xfrm>
            <a:off x="0" y="-1"/>
            <a:ext cx="3777673" cy="630936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" b="-90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9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70F0-8802-C97C-8DB8-2738620E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4906-7378-9303-8624-5959DB52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673" y="434446"/>
            <a:ext cx="7896483" cy="667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31A1-9C43-CD68-F771-630F30A2D2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77644" y="1885244"/>
            <a:ext cx="7896831" cy="3999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9EC11-7230-A6B9-0B09-F54804C2B3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7644" y="1030638"/>
            <a:ext cx="7896831" cy="66780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5A7952-AA17-08D0-8482-C4790EDEB226}"/>
              </a:ext>
            </a:extLst>
          </p:cNvPr>
          <p:cNvSpPr/>
          <p:nvPr/>
        </p:nvSpPr>
        <p:spPr>
          <a:xfrm>
            <a:off x="0" y="-1"/>
            <a:ext cx="3777673" cy="630936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" b="-90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6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4521-3D05-75C3-C4BD-387C39EB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B1A0-86AD-ECC0-9434-BA7EB3F5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673" y="434446"/>
            <a:ext cx="7896483" cy="667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1A3AF-B3B5-E730-CF87-835EA9DAF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77644" y="1885244"/>
            <a:ext cx="7896831" cy="3999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9E762-E051-1EDF-E440-7180419527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7644" y="1030638"/>
            <a:ext cx="7896831" cy="66780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CF73F1-FFF0-084A-0B0A-537726E49ADB}"/>
              </a:ext>
            </a:extLst>
          </p:cNvPr>
          <p:cNvSpPr/>
          <p:nvPr/>
        </p:nvSpPr>
        <p:spPr>
          <a:xfrm>
            <a:off x="0" y="-1"/>
            <a:ext cx="3777673" cy="630936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" b="-90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0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8644-80F2-DF48-B9D6-36EF6340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132F-668C-A214-B90C-71417E8A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673" y="434446"/>
            <a:ext cx="7896483" cy="667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5D2C7-700A-CC7B-6D0F-6810ED601D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77644" y="1885244"/>
            <a:ext cx="7896831" cy="3999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FC9A3-483B-B36C-6D2A-FFF0435E61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7644" y="1030638"/>
            <a:ext cx="7896831" cy="66780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C5734-C301-10B5-7362-7FABF516957F}"/>
              </a:ext>
            </a:extLst>
          </p:cNvPr>
          <p:cNvSpPr/>
          <p:nvPr/>
        </p:nvSpPr>
        <p:spPr>
          <a:xfrm>
            <a:off x="0" y="-1"/>
            <a:ext cx="3777673" cy="630936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" b="-90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6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F85A-3518-18D4-A24D-F782CD05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C450-47AD-CD75-2327-5307DCCD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673" y="434446"/>
            <a:ext cx="7896483" cy="6678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AC4E-4EE9-263A-88D7-1AC06619F5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77644" y="1885244"/>
            <a:ext cx="7896831" cy="3999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7D4E2-BF63-585B-C1BB-3B97DBB87D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7644" y="1030638"/>
            <a:ext cx="7896831" cy="66780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E1985-2878-C38D-F835-06F06EF744DE}"/>
              </a:ext>
            </a:extLst>
          </p:cNvPr>
          <p:cNvSpPr/>
          <p:nvPr/>
        </p:nvSpPr>
        <p:spPr>
          <a:xfrm>
            <a:off x="0" y="0"/>
            <a:ext cx="3777673" cy="630936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" b="-90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58795"/>
      </p:ext>
    </p:extLst>
  </p:cSld>
  <p:clrMapOvr>
    <a:masterClrMapping/>
  </p:clrMapOvr>
</p:sld>
</file>

<file path=ppt/theme/theme1.xml><?xml version="1.0" encoding="utf-8"?>
<a:theme xmlns:a="http://schemas.openxmlformats.org/drawingml/2006/main" name="PRESO-THEME-WIDE-June2026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PRESO-THEME-WIDE-June2026</Template>
  <TotalTime>22</TotalTime>
  <Words>16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Calibri</vt:lpstr>
      <vt:lpstr>Century Gothic</vt:lpstr>
      <vt:lpstr>Khula</vt:lpstr>
      <vt:lpstr>Khula SemiBold</vt:lpstr>
      <vt:lpstr>Poppins</vt:lpstr>
      <vt:lpstr>Poppins ExtraBold</vt:lpstr>
      <vt:lpstr>Poppins Medium</vt:lpstr>
      <vt:lpstr>Poppins SemiBold</vt:lpstr>
      <vt:lpstr>Segoe UI</vt:lpstr>
      <vt:lpstr>PRESO-THEME-WIDE-June2026</vt:lpstr>
      <vt:lpstr>AI Learning Path Skills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Rayburn</dc:creator>
  <cp:lastModifiedBy>Tim Rayburn</cp:lastModifiedBy>
  <cp:revision>1</cp:revision>
  <dcterms:created xsi:type="dcterms:W3CDTF">2026-07-09T16:24:26Z</dcterms:created>
  <dcterms:modified xsi:type="dcterms:W3CDTF">2026-07-09T16:46:40Z</dcterms:modified>
</cp:coreProperties>
</file>