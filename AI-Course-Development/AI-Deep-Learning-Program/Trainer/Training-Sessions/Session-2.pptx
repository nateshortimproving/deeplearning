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045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participants. Frame Session 2 as the inner development loop: Plan then Code. Connect back to Session 1's epics and stories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participants 2-3 minutes to reflect before opening discussion. Connect Session 1 epics-and-stories output to today's Plan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Goals 1 and 2. Emphasize the per-role relevance columns even for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with Goals 3 and 4. Goal 3 is the key lesson of the session: upstream quality determines downstream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loop. Emphasize that fixing the plan, not the code, is the correct iteration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real examples of each failure mode if possible. This sets up what participants should watch for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row as a pair. The point is that the Development Loop makes thinking a separate, reviewable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plan-story skill on a real sample story, then implement-story on the resulting plan. Show a vague-plan pass too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Participants write EC before touching either skill. This discipline mirrors Session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primary lab of the session. Circulate to help participants apply the Load-Bearing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implement-story takes the plan, not the story, as input -- that separation is the whole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group discussion after the vague-vs-specific comparison. Capture the insight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Goals 1 and 2. Point participants to this week's Embedded Engineer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Goals 3 and 4. Close by restating the upstream-quality lesson one more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5596">
                  <a:alpha val="100000"/>
                </a:srgbClr>
              </a:gs>
              <a:gs pos="60000">
                <a:srgbClr val="4597D3">
                  <a:alpha val="100000"/>
                </a:srgbClr>
              </a:gs>
              <a:gs pos="100000">
                <a:srgbClr val="5BC2A7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38175"/>
            <a:ext cx="1143000" cy="342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335375" y="609600"/>
            <a:ext cx="1038225" cy="385763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6563975" y="704850"/>
            <a:ext cx="65722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914400" y="4562475"/>
            <a:ext cx="1148507" cy="4476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2050" y="4676775"/>
            <a:ext cx="72940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53407" y="4562475"/>
            <a:ext cx="1119634" cy="4476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01057" y="4676775"/>
            <a:ext cx="7005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563541" y="4562475"/>
            <a:ext cx="2834655" cy="4476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11191" y="4676775"/>
            <a:ext cx="24243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Focus: Development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5286375"/>
            <a:ext cx="1810512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Development Loop: Plan → Code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914400" y="6838950"/>
            <a:ext cx="1471612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been generating epics and stories for two weeks. Now we take the next step in the SDLC pipeline: planning the implementation and generating code. This is the inner loop of development, and the quality of the plan determines the quality of the code.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9858375"/>
            <a:ext cx="9911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6965737" y="9858375"/>
            <a:ext cx="4840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6002000" y="609600"/>
            <a:ext cx="1371600" cy="385763"/>
          </a:xfrm>
          <a:prstGeom prst="roundRect">
            <a:avLst>
              <a:gd name="adj" fmla="val 50000"/>
            </a:avLst>
          </a:prstGeom>
          <a:solidFill>
            <a:srgbClr val="DE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230600" y="704850"/>
            <a:ext cx="99060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628775"/>
            <a:ext cx="212390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2857500"/>
            <a:ext cx="16459200" cy="180975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3147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05000" y="3276600"/>
            <a:ext cx="1546174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two weeks since Session 1, how has your epics-and-stories skill been working? What did your EC scores show? Where did the skill fail, and what did you do about it?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14400" y="5429250"/>
            <a:ext cx="16459200" cy="9525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772150"/>
            <a:ext cx="266700" cy="266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66900" y="5734050"/>
            <a:ext cx="150745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connects Session 1's epics-and-stories work to Session 2's Plan → Code. The stories from Session 1 are the input to the plan skill.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15" name="Text 10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5373052" y="609600"/>
            <a:ext cx="2000548" cy="385763"/>
          </a:xfrm>
          <a:prstGeom prst="roundRect">
            <a:avLst>
              <a:gd name="adj" fmla="val 50000"/>
            </a:avLst>
          </a:prstGeom>
          <a:solidFill>
            <a:srgbClr val="E0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601652" y="704850"/>
            <a:ext cx="161954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GOALS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428750"/>
            <a:ext cx="3177138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Goals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381250"/>
            <a:ext cx="8082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1 — Build out the plan-story skill from the SDLC skeleton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2905125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62050" y="3114675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9D1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PROCESS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62050" y="3362325"/>
            <a:ext cx="4983861" cy="700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understand what a good implementation plan looks like — your story quality directly determines plan quality. If the plan is vague, the stories were vague.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77000" y="2905125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4650" y="3114675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24650" y="3362325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primary artifact. You own the plan-story skill. The plan is the specification for code generation.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039600" y="2905125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287250" y="3114675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5BC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287250" y="3362325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understand what a plan covers so your review skill (Session 3) can validate that the implementation followed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381625"/>
            <a:ext cx="88850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 — Build out the implement-story skill from the SDLC skeleton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5905500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2050" y="6115050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9D1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PROCESS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62050" y="6362700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see how stories → Plan → Code works as a chain. The quality dependency flows through your stories.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77000" y="5905500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4650" y="6115050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4650" y="6362700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second half of the Development Loop. The implement-story skill takes the plan as its primary input, not the raw story.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039600" y="5905500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287250" y="6115050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5BC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287250" y="6362700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generated from the plan is what you'll be reviewing. Understanding how the plan shapes the code tells you what to review.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5373052" y="609600"/>
            <a:ext cx="2000548" cy="385763"/>
          </a:xfrm>
          <a:prstGeom prst="roundRect">
            <a:avLst>
              <a:gd name="adj" fmla="val 50000"/>
            </a:avLst>
          </a:prstGeom>
          <a:solidFill>
            <a:srgbClr val="E0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601652" y="704850"/>
            <a:ext cx="161954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GOALS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428750"/>
            <a:ext cx="4563279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Goals </a:t>
            </a:r>
            <a:r>
              <a:rPr lang="en-US" sz="1800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(continued)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381250"/>
            <a:ext cx="65241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3 — Understand the Plan quality dependency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2905125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62050" y="3114675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9D1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PROCESS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62050" y="3362325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key lesson: your story quality determines the plan quality. If you see vague plans, trace it back to the stories.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77000" y="2905125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4650" y="3114675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24650" y="3362325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quality determines the code quality. A specific plan produces specific code. A vague plan produces vague code.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039600" y="2905125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287250" y="3114675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5BC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287250" y="3362325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quality determines what the review should cover. A plan with edge cases produces code with edge cases to review.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381625"/>
            <a:ext cx="70180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4 — Write EC for both skills before building them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5905500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2050" y="6115050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9D1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PROCESS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62050" y="6362700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EC for the plan-story skill defines what a good plan looks like. This is the standard the plan must meet.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77000" y="5905500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4650" y="6115050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4650" y="6362700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EC for both the plan-story and implement-story skills. Same discipline as Session 1: EC first, build second.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039600" y="5905500"/>
            <a:ext cx="5334000" cy="200025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287250" y="6115050"/>
            <a:ext cx="53225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5BC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287250" y="6362700"/>
            <a:ext cx="4983861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how EC is written for Plan and Code skills teaches you the pattern for your review skill in Session 3.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6040100" y="609600"/>
            <a:ext cx="1333500" cy="385763"/>
          </a:xfrm>
          <a:prstGeom prst="roundRect">
            <a:avLst>
              <a:gd name="adj" fmla="val 50000"/>
            </a:avLst>
          </a:prstGeom>
          <a:solidFill>
            <a:srgbClr val="E0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268700" y="704850"/>
            <a:ext cx="95250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524000"/>
            <a:ext cx="532870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Development Loop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14400" y="2247900"/>
            <a:ext cx="136305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914400" y="2952750"/>
            <a:ext cx="95250" cy="95250"/>
          </a:xfrm>
          <a:prstGeom prst="ellipse">
            <a:avLst/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8250" y="2743200"/>
            <a:ext cx="1661941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</a:t>
            </a:r>
            <a:r>
              <a:rPr lang="en-US" sz="19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Use the plan-story skill to generate an implementation plan from the story + AC: approach, key decisions, edge cases, file changes, risks. The human reviews and refines the plan.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3810000"/>
            <a:ext cx="95250" cy="95250"/>
          </a:xfrm>
          <a:prstGeom prst="ellipse">
            <a:avLst/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8250" y="3600450"/>
            <a:ext cx="1774888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</a:t>
            </a:r>
            <a:r>
              <a:rPr lang="en-US" sz="19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Use the implement-story skill to generate code from the plan, not the story. The plan is the specification.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4495800"/>
            <a:ext cx="95250" cy="95250"/>
          </a:xfrm>
          <a:prstGeom prst="ellipse">
            <a:avLst/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8250" y="4286250"/>
            <a:ext cx="1774888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</a:t>
            </a:r>
            <a:r>
              <a:rPr lang="en-US" sz="19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Check the code against the plan and the AC. Does it do what the plan said? Does it satisfy the AC?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5181600"/>
            <a:ext cx="95250" cy="95250"/>
          </a:xfrm>
          <a:prstGeom prst="ellipse">
            <a:avLst/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8250" y="4972050"/>
            <a:ext cx="1774888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</a:t>
            </a:r>
            <a:r>
              <a:rPr lang="en-US" sz="19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If the code doesn't meet the standard, fix the plan — not the code directly — then regenerate.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6096000"/>
            <a:ext cx="16459200" cy="1490663"/>
          </a:xfrm>
          <a:prstGeom prst="roundRect">
            <a:avLst>
              <a:gd name="adj" fmla="val 10224"/>
            </a:avLst>
          </a:prstGeom>
          <a:solidFill>
            <a:srgbClr val="E0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5400" y="6381750"/>
            <a:ext cx="172669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5400" y="6691313"/>
            <a:ext cx="1616811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5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an artifact that can be evaluated and refined before code is written. A specific plan produces specific code; a vague plan produces vague code. This is the discipline that separates DLP Completion from Basic Prompting — you don't ask AI to "write the code," you plan first, then generate.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6040100" y="609600"/>
            <a:ext cx="1333500" cy="385763"/>
          </a:xfrm>
          <a:prstGeom prst="roundRect">
            <a:avLst>
              <a:gd name="adj" fmla="val 50000"/>
            </a:avLst>
          </a:prstGeom>
          <a:solidFill>
            <a:srgbClr val="E0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268700" y="704850"/>
            <a:ext cx="95250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524000"/>
            <a:ext cx="4392283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Failure Modes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14400" y="2247900"/>
            <a:ext cx="3513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GETS WRONG WHEN PLANNING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914400" y="3019425"/>
            <a:ext cx="95250" cy="95250"/>
          </a:xfrm>
          <a:prstGeom prst="ellipse">
            <a:avLst/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8250" y="2819400"/>
            <a:ext cx="1774888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plans </a:t>
            </a: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"implement the feature" without specifying the approach, files, or decisions.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686175"/>
            <a:ext cx="95250" cy="95250"/>
          </a:xfrm>
          <a:prstGeom prst="ellipse">
            <a:avLst/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8250" y="3486150"/>
            <a:ext cx="1774888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edge cases </a:t>
            </a: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plan covers the happy path but doesn't identify failure modes from the AC.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352925"/>
            <a:ext cx="95250" cy="95250"/>
          </a:xfrm>
          <a:prstGeom prst="ellipse">
            <a:avLst/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8250" y="4152900"/>
            <a:ext cx="1774888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Over-specification </a:t>
            </a: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plan prescribes implementation details that constrain the code skill unnecessarily.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5019675"/>
            <a:ext cx="95250" cy="95250"/>
          </a:xfrm>
          <a:prstGeom prst="ellipse">
            <a:avLst/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8250" y="4819650"/>
            <a:ext cx="1774888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disconnect </a:t>
            </a: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plan doesn't reference the story's AC, so the code won't satisfy the requirements.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5686425"/>
            <a:ext cx="95250" cy="95250"/>
          </a:xfrm>
          <a:prstGeom prst="ellipse">
            <a:avLst/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8250" y="5486400"/>
            <a:ext cx="1774888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 </a:t>
            </a: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plan includes work beyond the story's boundaries.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4785851" y="609600"/>
            <a:ext cx="2587749" cy="385763"/>
          </a:xfrm>
          <a:prstGeom prst="roundRect">
            <a:avLst>
              <a:gd name="adj" fmla="val 50000"/>
            </a:avLst>
          </a:prstGeom>
          <a:solidFill>
            <a:srgbClr val="E0E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014451" y="704850"/>
            <a:ext cx="220818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/ CONTRAST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428750"/>
            <a:ext cx="4277849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/ Contrast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247900"/>
            <a:ext cx="87382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CODE (BASIC PROMPTING)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429750" y="2247900"/>
            <a:ext cx="87382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1A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LOOP (DLP DISCIPLINE)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25908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25908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the code for this story"</a:t>
            </a:r>
            <a:endParaRPr lang="en-US" sz="157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950" y="293370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429750" y="25908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EBF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715500" y="25908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implementation, then generate code from the plan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914400" y="36195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00150" y="36195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artifact to review before code exists</a:t>
            </a:r>
            <a:endParaRPr lang="en-US" sz="1575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950" y="3962400"/>
            <a:ext cx="228600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429750" y="36195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EBF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715500" y="36195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is a reviewable, evaluable artifact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914400" y="46482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200150" y="46482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tell if the approach was right</a:t>
            </a:r>
            <a:endParaRPr lang="en-US" sz="1575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950" y="4991100"/>
            <a:ext cx="228600" cy="2286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429750" y="46482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EBF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9715500" y="46482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 is explicit and can be challenged</a:t>
            </a:r>
            <a:endParaRPr lang="en-US" sz="1575" dirty="0"/>
          </a:p>
        </p:txBody>
      </p:sp>
      <p:sp>
        <p:nvSpPr>
          <p:cNvPr id="23" name="Shape 18"/>
          <p:cNvSpPr/>
          <p:nvPr/>
        </p:nvSpPr>
        <p:spPr>
          <a:xfrm>
            <a:off x="914400" y="56769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1200150" y="56769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 discovered during coding</a:t>
            </a:r>
            <a:endParaRPr lang="en-US" sz="1575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950" y="6019800"/>
            <a:ext cx="228600" cy="2286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429750" y="56769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EBF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9715500" y="56769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 identified during planning</a:t>
            </a:r>
            <a:endParaRPr lang="en-US" sz="1575" dirty="0"/>
          </a:p>
        </p:txBody>
      </p:sp>
      <p:sp>
        <p:nvSpPr>
          <p:cNvPr id="28" name="Shape 22"/>
          <p:cNvSpPr/>
          <p:nvPr/>
        </p:nvSpPr>
        <p:spPr>
          <a:xfrm>
            <a:off x="914400" y="67056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1200150" y="67056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separation of thinking from generating</a:t>
            </a:r>
            <a:endParaRPr lang="en-US" sz="1575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950" y="7048500"/>
            <a:ext cx="228600" cy="2286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429750" y="6705600"/>
            <a:ext cx="7943850" cy="914400"/>
          </a:xfrm>
          <a:prstGeom prst="roundRect">
            <a:avLst>
              <a:gd name="adj" fmla="val 14583"/>
            </a:avLst>
          </a:prstGeom>
          <a:solidFill>
            <a:srgbClr val="EBF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9715500" y="6705600"/>
            <a:ext cx="7610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(plan) is separate from generating (code)</a:t>
            </a:r>
            <a:endParaRPr lang="en-US" sz="1575" dirty="0"/>
          </a:p>
        </p:txBody>
      </p:sp>
      <p:sp>
        <p:nvSpPr>
          <p:cNvPr id="33" name="Shape 26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36" name="Text 28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6363950" y="609600"/>
            <a:ext cx="1009650" cy="385763"/>
          </a:xfrm>
          <a:prstGeom prst="roundRect">
            <a:avLst>
              <a:gd name="adj" fmla="val 50000"/>
            </a:avLst>
          </a:prstGeom>
          <a:solidFill>
            <a:srgbClr val="E1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592550" y="704850"/>
            <a:ext cx="6286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1A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524000"/>
            <a:ext cx="8971196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Development Loop on a Real Story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14400" y="2362200"/>
            <a:ext cx="15697200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instructor takes a sample story from sample-stories/ + AC (ideally generated by the epics-and-stories skill from Session 1) and demonstrates the Development Loop: first invoking the plan-story skill to generate an implementation plan, then invoking the implement-story skill with the plan as input to generate code. This demonstrates the quality dependency: the plan's specificity directly shapes the code's quality.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2411685"/>
          </a:xfrm>
          <a:prstGeom prst="roundRect">
            <a:avLst>
              <a:gd name="adj" fmla="val 6319"/>
            </a:avLst>
          </a:prstGeom>
          <a:solidFill>
            <a:srgbClr val="F2FA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5295900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14500" y="5322094"/>
            <a:ext cx="207814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1A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FOCUS 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33500" y="5772150"/>
            <a:ext cx="1608963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demo runs, notice how the plan references specific AC items and edge cases. Watch what happens when the plan is specific vs. vague — the instructor will show both.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33500" y="6656040"/>
            <a:ext cx="171831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the implement-story skill uses the plan as its specification, not the raw story.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3649027" y="609600"/>
            <a:ext cx="1400473" cy="385763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877627" y="704850"/>
            <a:ext cx="101947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872594" y="609600"/>
            <a:ext cx="1501006" cy="38100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144" y="704850"/>
            <a:ext cx="1905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367894" y="711994"/>
            <a:ext cx="87235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428750"/>
            <a:ext cx="840361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Write EC for Plan and Code Skills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914400" y="2428875"/>
            <a:ext cx="4191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447800" y="2428875"/>
            <a:ext cx="162858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plan-story skill, write 4-6 EC (e.g., "Every AC item is addressed in the plan," "At least one edge case per AC item is identified," "File changes are specified," "The approach is stated, not implied")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810000"/>
            <a:ext cx="4191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447800" y="3810000"/>
            <a:ext cx="162858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implement-story skill, write 4-6 EC (e.g., "Code maps to specific plan steps," "Edge cases from the plan are handled," "Code would compile in the project's framework," "No implementation detail is added beyond what the plan specifies")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4400" y="5191125"/>
            <a:ext cx="4191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447800" y="5191125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your EC for both skills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4400" y="8191500"/>
            <a:ext cx="16459200" cy="1114425"/>
          </a:xfrm>
          <a:prstGeom prst="roundRect">
            <a:avLst>
              <a:gd name="adj" fmla="val 13675"/>
            </a:avLst>
          </a:prstGeom>
          <a:solidFill>
            <a:srgbClr val="FDF4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33500" y="8439150"/>
            <a:ext cx="171831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KNOW YOU'RE DONE BECAUSE...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333500" y="8686800"/>
            <a:ext cx="1718310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00"/>
              </a:lnSpc>
              <a:buNone/>
            </a:pPr>
            <a:r>
              <a:rPr lang="en-US" sz="16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4-6 written EC for your plan-story skill and 4-6 for your implement-story skill, each specific and measurable, committed before building either skill.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3649027" y="609600"/>
            <a:ext cx="1400473" cy="385763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877627" y="704850"/>
            <a:ext cx="101947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872594" y="609600"/>
            <a:ext cx="1501006" cy="38100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144" y="704850"/>
            <a:ext cx="1905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367894" y="711994"/>
            <a:ext cx="87235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428750"/>
            <a:ext cx="6650675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Build the Plan-Story Skill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914400" y="2333625"/>
            <a:ext cx="3582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1348829" y="2333625"/>
            <a:ext cx="7734703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21"/>
              </a:lnSpc>
              <a:buNone/>
            </a:pPr>
            <a:r>
              <a:rPr lang="en-US" sz="142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plan-story.skill.md skeleton — Role and Task defined, Context and Constraints empty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914400" y="3068836"/>
            <a:ext cx="32392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314524" y="3068836"/>
            <a:ext cx="7770037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21"/>
              </a:lnSpc>
              <a:buNone/>
            </a:pPr>
            <a:r>
              <a:rPr lang="en-US" sz="142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Context (why we plan before coding) and Constraints (plan format, story data needed, team standards)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914400" y="3804047"/>
            <a:ext cx="361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425" dirty="0"/>
          </a:p>
        </p:txBody>
      </p:sp>
      <p:sp>
        <p:nvSpPr>
          <p:cNvPr id="14" name="Text 11"/>
          <p:cNvSpPr/>
          <p:nvPr/>
        </p:nvSpPr>
        <p:spPr>
          <a:xfrm>
            <a:off x="1352550" y="3804047"/>
            <a:ext cx="7401617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21"/>
              </a:lnSpc>
              <a:buNone/>
            </a:pPr>
            <a:r>
              <a:rPr lang="en-US" sz="142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has </a:t>
            </a:r>
            <a:r>
              <a:rPr lang="en-US" sz="1425" dirty="0">
                <a:solidFill>
                  <a:srgbClr val="0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disable-model-invocation: true </a:t>
            </a:r>
            <a:r>
              <a:rPr lang="en-US" sz="142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invoke via slash command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914400" y="4285952"/>
            <a:ext cx="361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352550" y="4285952"/>
            <a:ext cx="661736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21"/>
              </a:lnSpc>
              <a:buNone/>
            </a:pPr>
            <a:r>
              <a:rPr lang="en-US" sz="142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Load-Bearing Rule: each instruction must map to at least one EC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9429750" y="2333625"/>
            <a:ext cx="361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9867900" y="2333625"/>
            <a:ext cx="7810813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21"/>
              </a:lnSpc>
              <a:buNone/>
            </a:pPr>
            <a:r>
              <a:rPr lang="en-US" sz="142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 on 2-3 sample stories from sample-stories/ with AC from the epics-and-stories skill</a:t>
            </a:r>
            <a:endParaRPr lang="en-US" sz="1425" dirty="0"/>
          </a:p>
        </p:txBody>
      </p:sp>
      <p:sp>
        <p:nvSpPr>
          <p:cNvPr id="19" name="Text 16"/>
          <p:cNvSpPr/>
          <p:nvPr/>
        </p:nvSpPr>
        <p:spPr>
          <a:xfrm>
            <a:off x="9429750" y="2815530"/>
            <a:ext cx="361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425" dirty="0"/>
          </a:p>
        </p:txBody>
      </p:sp>
      <p:sp>
        <p:nvSpPr>
          <p:cNvPr id="20" name="Text 17"/>
          <p:cNvSpPr/>
          <p:nvPr/>
        </p:nvSpPr>
        <p:spPr>
          <a:xfrm>
            <a:off x="9867900" y="2815530"/>
            <a:ext cx="3618912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21"/>
              </a:lnSpc>
              <a:buNone/>
            </a:pPr>
            <a:r>
              <a:rPr lang="en-US" sz="142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the plan output against your EC</a:t>
            </a:r>
            <a:endParaRPr lang="en-US" sz="1425" dirty="0"/>
          </a:p>
        </p:txBody>
      </p:sp>
      <p:sp>
        <p:nvSpPr>
          <p:cNvPr id="21" name="Text 18"/>
          <p:cNvSpPr/>
          <p:nvPr/>
        </p:nvSpPr>
        <p:spPr>
          <a:xfrm>
            <a:off x="9429750" y="3297436"/>
            <a:ext cx="361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9867900" y="3297436"/>
            <a:ext cx="1404804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21"/>
              </a:lnSpc>
              <a:buNone/>
            </a:pPr>
            <a:r>
              <a:rPr lang="en-US" sz="1425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the skill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914400" y="8191500"/>
            <a:ext cx="16459200" cy="1329630"/>
          </a:xfrm>
          <a:prstGeom prst="roundRect">
            <a:avLst>
              <a:gd name="adj" fmla="val 11462"/>
            </a:avLst>
          </a:prstGeom>
          <a:solidFill>
            <a:srgbClr val="FDF4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33500" y="8439150"/>
            <a:ext cx="171831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KNOW YOU'RE DONE BECAUSE...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333500" y="8686800"/>
            <a:ext cx="1608963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00"/>
              </a:lnSpc>
              <a:buNone/>
            </a:pPr>
            <a:r>
              <a:rPr lang="en-US" sz="16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committed plan-story skill with RTCC structure that generates implementation plans from sample stories + AC, evaluated against your EC with pass/fail scores noted.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3649027" y="609600"/>
            <a:ext cx="1400473" cy="385763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877627" y="704850"/>
            <a:ext cx="101947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872594" y="609600"/>
            <a:ext cx="1501006" cy="38100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144" y="704850"/>
            <a:ext cx="1905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367894" y="711994"/>
            <a:ext cx="87235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428750"/>
            <a:ext cx="7922136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Build the Implement-Story Skill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914400" y="2333625"/>
            <a:ext cx="35584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46448" y="2333625"/>
            <a:ext cx="7737156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implement-story.skill.md skeleton — Role and Task defined, Context and Constraints empty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3004096"/>
            <a:ext cx="27488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265486" y="3004096"/>
            <a:ext cx="7820547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Context (why we generate code from the plan, not the story) and Constraints (language, framework, codebase conventions, output format)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14400" y="3674566"/>
            <a:ext cx="3619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52550" y="3674566"/>
            <a:ext cx="701206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has </a:t>
            </a:r>
            <a:r>
              <a:rPr lang="en-US" sz="1350" dirty="0">
                <a:solidFill>
                  <a:srgbClr val="0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disable-model-invocation: true </a:t>
            </a:r>
            <a:r>
              <a:rPr lang="en-US" sz="13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invoke via slash command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14400" y="4105052"/>
            <a:ext cx="33322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323826" y="4105052"/>
            <a:ext cx="7760457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implement-story skill takes the PLAN as input, not the raw story — this is the Development Loop discipline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429750" y="2333625"/>
            <a:ext cx="3619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867900" y="2333625"/>
            <a:ext cx="2411462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Load-Bearing Rule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429750" y="2764110"/>
            <a:ext cx="3619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867900" y="2764110"/>
            <a:ext cx="3197929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 on the plans generated in Lab 2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429750" y="3194596"/>
            <a:ext cx="3619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867900" y="3194596"/>
            <a:ext cx="3480822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the code output against your EC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9429750" y="3625081"/>
            <a:ext cx="3619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867900" y="3625081"/>
            <a:ext cx="1330888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the skill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14400" y="8191500"/>
            <a:ext cx="16459200" cy="1114425"/>
          </a:xfrm>
          <a:prstGeom prst="roundRect">
            <a:avLst>
              <a:gd name="adj" fmla="val 13675"/>
            </a:avLst>
          </a:prstGeom>
          <a:solidFill>
            <a:srgbClr val="FDF4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333500" y="8439150"/>
            <a:ext cx="171831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KNOW YOU'RE DONE BECAUSE...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333500" y="8686800"/>
            <a:ext cx="1718310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00"/>
              </a:lnSpc>
              <a:buNone/>
            </a:pPr>
            <a:r>
              <a:rPr lang="en-US" sz="16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committed implement-story skill with RTCC structure that takes plans as input and generates code, with output evaluated against your EC.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31" name="Text 27"/>
          <p:cNvSpPr/>
          <p:nvPr/>
        </p:nvSpPr>
        <p:spPr>
          <a:xfrm>
            <a:off x="17004060" y="9886950"/>
            <a:ext cx="4457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235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V2 · WEEK 3 · LOOP 1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3649027" y="609600"/>
            <a:ext cx="1400473" cy="385763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877627" y="704850"/>
            <a:ext cx="101947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872594" y="609600"/>
            <a:ext cx="1501006" cy="38100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144" y="704850"/>
            <a:ext cx="1905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367894" y="711994"/>
            <a:ext cx="87235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428750"/>
            <a:ext cx="7604946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 The Plan Quality Dependency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914400" y="2428875"/>
            <a:ext cx="4191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447800" y="2428875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vague story (or vague AC) and run it through Plan → Code. Note the quality of both outputs.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476625"/>
            <a:ext cx="4191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447800" y="3476625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improved version of the same story and run it through Plan → Code. Note the difference.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4400" y="4524375"/>
            <a:ext cx="4191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447800" y="4524375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discussion: what would you change about your epics-and-stories skill right now based on what you just saw?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5810250"/>
            <a:ext cx="4191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447800" y="5810250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key insight: quality problems trace upstream. Fixing the plan rarely fixes a problem that originates in the stories.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14400" y="8191500"/>
            <a:ext cx="16459200" cy="1114425"/>
          </a:xfrm>
          <a:prstGeom prst="roundRect">
            <a:avLst>
              <a:gd name="adj" fmla="val 13675"/>
            </a:avLst>
          </a:prstGeom>
          <a:solidFill>
            <a:srgbClr val="FDF4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33500" y="8439150"/>
            <a:ext cx="171831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8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KNOW YOU'RE DONE BECAUSE...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333500" y="8686800"/>
            <a:ext cx="1718310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00"/>
              </a:lnSpc>
              <a:buNone/>
            </a:pPr>
            <a:r>
              <a:rPr lang="en-US" sz="165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demonstrated the quality dependency concretely and written down one change you'd make to your epics-and-stories skill based on the evidence.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914400" y="9686925"/>
            <a:ext cx="16459200" cy="9525"/>
          </a:xfrm>
          <a:prstGeom prst="rect">
            <a:avLst/>
          </a:prstGeom>
          <a:solidFill>
            <a:srgbClr val="E3E8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886950"/>
            <a:ext cx="209550" cy="1714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19200" y="9886950"/>
            <a:ext cx="9257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16994907" y="9886950"/>
            <a:ext cx="4548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5596">
                  <a:alpha val="100000"/>
                </a:srgbClr>
              </a:gs>
              <a:gs pos="60000">
                <a:srgbClr val="4597D3">
                  <a:alpha val="100000"/>
                </a:srgbClr>
              </a:gs>
              <a:gs pos="100000">
                <a:srgbClr val="5BC2A7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66750"/>
            <a:ext cx="952500" cy="285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068601" y="609600"/>
            <a:ext cx="1304999" cy="385763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6297201" y="704850"/>
            <a:ext cx="92399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400175"/>
            <a:ext cx="689886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Leaving With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914400" y="2428875"/>
            <a:ext cx="4080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1 — Build the plan-story skill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90512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62050" y="311467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E2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PROCESS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162050" y="3352800"/>
            <a:ext cx="4983861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seen how your story quality directly determines plan quality. If plans are vague, trace it back to the stories.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6477000" y="290512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24650" y="311467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BC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6724650" y="3352800"/>
            <a:ext cx="4983861" cy="742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plan-story skill. This is the first half of the Development Loop. You'll iterate on it with the Embedded Engineer this week.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12039600" y="290512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287250" y="311467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A8F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12287250" y="3352800"/>
            <a:ext cx="4983861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understand what a plan covers and can use it to validate implementations in Session 3.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914400" y="5381625"/>
            <a:ext cx="48206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 — Build the implement-story skill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14400" y="585787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62050" y="606742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E2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PROCESS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162050" y="6305550"/>
            <a:ext cx="4983861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seen the full stories → Plan → Code chain. Your stories are the upstream input to everything downstream.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6477000" y="585787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724650" y="606742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BC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6724650" y="6305550"/>
            <a:ext cx="4983861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implement-story skill. It takes plans as input, not stories. This separation is the discipline.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12039600" y="585787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287250" y="606742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A8F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12287250" y="6305550"/>
            <a:ext cx="4983861" cy="742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generated from plans is what you'll review. The plan tells you what was intended, so you can review intent vs. implementation.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14400" y="9858375"/>
            <a:ext cx="9911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6965737" y="9858375"/>
            <a:ext cx="4840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5596">
                  <a:alpha val="100000"/>
                </a:srgbClr>
              </a:gs>
              <a:gs pos="60000">
                <a:srgbClr val="4597D3">
                  <a:alpha val="100000"/>
                </a:srgbClr>
              </a:gs>
              <a:gs pos="100000">
                <a:srgbClr val="5BC2A7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66750"/>
            <a:ext cx="952500" cy="285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068601" y="609600"/>
            <a:ext cx="1304999" cy="385763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6297201" y="704850"/>
            <a:ext cx="92399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400175"/>
            <a:ext cx="852377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Leaving With </a:t>
            </a:r>
            <a:r>
              <a:rPr lang="en-US" sz="2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(continued)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914400" y="2428875"/>
            <a:ext cx="60222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3 — Understand the Plan quality dependency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90512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62050" y="311467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E2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PROCESS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162050" y="3352800"/>
            <a:ext cx="532257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plans trace to vague stories. You own the upstream quality.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6477000" y="290512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24650" y="311467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BC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6724650" y="3352800"/>
            <a:ext cx="4983861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code traces to vague plans. The plan is the specification; fix it there, not in the code.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12039600" y="290512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287250" y="311467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A8F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12287250" y="3352800"/>
            <a:ext cx="4983861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review coverage often traces to missing edge cases in the plan. Check the plan first.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914400" y="5381625"/>
            <a:ext cx="40890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4 — Write EC before building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14400" y="585787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62050" y="606742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E2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PROCESS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162050" y="6305550"/>
            <a:ext cx="4983861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EC for the plan-story skill defines the quality bar for plans. Use it to hold the plan accountable.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6477000" y="585787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724650" y="606742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BC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6724650" y="6305550"/>
            <a:ext cx="4983861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practiced EC-first for two skills now. This is the discipline you'll carry through the entire program.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12039600" y="5857875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287250" y="6067425"/>
            <a:ext cx="5322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8" dirty="0">
                <a:solidFill>
                  <a:srgbClr val="A8F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12287250" y="6305550"/>
            <a:ext cx="4983861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seen the EC pattern applied to Plan and Code. You'll apply it to your review skill in Session 3.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14400" y="9858375"/>
            <a:ext cx="9911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we do.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6965737" y="9858375"/>
            <a:ext cx="4840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2393</Words>
  <Application>Microsoft Macintosh PowerPoint</Application>
  <PresentationFormat>Custom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Timothy Rayburn</cp:lastModifiedBy>
  <cp:revision>2</cp:revision>
  <dcterms:created xsi:type="dcterms:W3CDTF">2026-08-02T20:52:23Z</dcterms:created>
  <dcterms:modified xsi:type="dcterms:W3CDTF">2026-09-02T21:43:10Z</dcterms:modified>
</cp:coreProperties>
</file>